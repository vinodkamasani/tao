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JobAssessment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1</a:t>
            </a:r>
          </a:p>
          <a:p>
            <a:r>
              <a:t>Product Discovery &amp; Vision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Problem Are We Solving?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Reduce engineering time spent on technical hiring</a:t>
            </a:r>
          </a:p>
          <a:p>
            <a:pPr>
              <a:defRPr sz="2400"/>
            </a:pPr>
            <a:r>
              <a:t>Replace repetitive manual interview preparation</a:t>
            </a:r>
          </a:p>
          <a:p>
            <a:pPr>
              <a:defRPr sz="2400"/>
            </a:pPr>
            <a:r>
              <a:t>Provide consistent and scalable technical assessments</a:t>
            </a:r>
          </a:p>
          <a:p>
            <a:pPr>
              <a:defRPr sz="2400"/>
            </a:pPr>
            <a:r>
              <a:t>Improve recruiter productivity without sacrificing quality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Benefits?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Software Companies</a:t>
            </a:r>
          </a:p>
          <a:p>
            <a:pPr>
              <a:defRPr sz="2400"/>
            </a:pPr>
            <a:r>
              <a:t>Engineering Managers &amp; CTOs</a:t>
            </a:r>
          </a:p>
          <a:p>
            <a:pPr>
              <a:defRPr sz="2400"/>
            </a:pPr>
            <a:r>
              <a:t>Technical Recruiters</a:t>
            </a:r>
          </a:p>
          <a:p>
            <a:pPr>
              <a:defRPr sz="2400"/>
            </a:pPr>
            <a:r>
              <a:t>Candidates through consistent assessments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End-to-end AI-powered technical hiring platform</a:t>
            </a:r>
          </a:p>
          <a:p>
            <a:pPr>
              <a:defRPr sz="2400"/>
            </a:pPr>
            <a:r>
              <a:t>Resume screening (future)</a:t>
            </a:r>
          </a:p>
          <a:p>
            <a:pPr>
              <a:defRPr sz="2400"/>
            </a:pPr>
            <a:r>
              <a:t>Adaptive AI interview engine</a:t>
            </a:r>
          </a:p>
          <a:p>
            <a:pPr>
              <a:defRPr sz="2400"/>
            </a:pPr>
            <a:r>
              <a:t>Explainable AI evaluation</a:t>
            </a:r>
          </a:p>
          <a:p>
            <a:pPr>
              <a:defRPr sz="2400"/>
            </a:pPr>
            <a:r>
              <a:t>Recruiter remains in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Guiding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AI First, Human Controlled</a:t>
            </a:r>
          </a:p>
          <a:p>
            <a:pPr>
              <a:defRPr sz="2400"/>
            </a:pPr>
            <a:r>
              <a:t>Dynamic assessments</a:t>
            </a:r>
          </a:p>
          <a:p>
            <a:pPr>
              <a:defRPr sz="2400"/>
            </a:pPr>
            <a:r>
              <a:t>Configurable organization policies</a:t>
            </a:r>
          </a:p>
          <a:p>
            <a:pPr>
              <a:defRPr sz="2400"/>
            </a:pPr>
            <a:r>
              <a:t>Backend-first architecture</a:t>
            </a:r>
          </a:p>
          <a:p>
            <a:pPr>
              <a:defRPr sz="2400"/>
            </a:pPr>
            <a:r>
              <a:t>Security by design</a:t>
            </a:r>
          </a:p>
          <a:p>
            <a:pPr>
              <a:defRPr sz="2400"/>
            </a:pPr>
            <a:r>
              <a:t>Design for scale, implement MVP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JD Upload</a:t>
            </a:r>
          </a:p>
          <a:p>
            <a:pPr>
              <a:defRPr sz="2400"/>
            </a:pPr>
            <a:r>
              <a:t>Candidate onboarding</a:t>
            </a:r>
          </a:p>
          <a:p>
            <a:pPr>
              <a:defRPr sz="2400"/>
            </a:pPr>
            <a:r>
              <a:t>AI Interview Blueprint</a:t>
            </a:r>
          </a:p>
          <a:p>
            <a:pPr>
              <a:defRPr sz="2400"/>
            </a:pPr>
            <a:r>
              <a:t>DSA Round</a:t>
            </a:r>
          </a:p>
          <a:p>
            <a:pPr>
              <a:defRPr sz="2400"/>
            </a:pPr>
            <a:r>
              <a:t>Coding Round (.NET)</a:t>
            </a:r>
          </a:p>
          <a:p>
            <a:pPr>
              <a:defRPr sz="2400"/>
            </a:pPr>
            <a:r>
              <a:t>System Design</a:t>
            </a:r>
          </a:p>
          <a:p>
            <a:pPr>
              <a:defRPr sz="2400"/>
            </a:pPr>
            <a:r>
              <a:t>Recruiter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Multi-tenant SaaS</a:t>
            </a:r>
          </a:p>
          <a:p>
            <a:pPr>
              <a:defRPr sz="2400"/>
            </a:pPr>
            <a:r>
              <a:t>Modular Monolith</a:t>
            </a:r>
          </a:p>
          <a:p>
            <a:pPr>
              <a:defRPr sz="2400"/>
            </a:pPr>
            <a:r>
              <a:t>Clean Architecture</a:t>
            </a:r>
          </a:p>
          <a:p>
            <a:pPr>
              <a:defRPr sz="2400"/>
            </a:pPr>
            <a:r>
              <a:t>Vertical Slice</a:t>
            </a:r>
          </a:p>
          <a:p>
            <a:pPr>
              <a:defRPr sz="2400"/>
            </a:pPr>
            <a:r>
              <a:t>Ollama + Docker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Phase 1: Vision</a:t>
            </a:r>
          </a:p>
          <a:p>
            <a:pPr>
              <a:defRPr sz="2400"/>
            </a:pPr>
            <a:r>
              <a:t>Phase 2: Requirements</a:t>
            </a:r>
          </a:p>
          <a:p>
            <a:pPr>
              <a:defRPr sz="2400"/>
            </a:pPr>
            <a:r>
              <a:t>Phase 3: Domain</a:t>
            </a:r>
          </a:p>
          <a:p>
            <a:pPr>
              <a:defRPr sz="2400"/>
            </a:pPr>
            <a:r>
              <a:t>Phase 4: Architecture</a:t>
            </a:r>
          </a:p>
          <a:p>
            <a:pPr>
              <a:defRPr sz="2400"/>
            </a:pPr>
            <a:r>
              <a:t>Phase 5: Build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