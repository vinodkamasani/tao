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JobAssessment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1 - Vision &amp; Product Definition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Multi-tenant AI platform for end-to-end technical hiring.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Reduce engineering time spent on technical recruitment.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Recruitment</a:t>
            </a:r>
            <a:br/>
            <a:r>
              <a:t>Assessment Engine</a:t>
            </a:r>
            <a:br/>
            <a:r>
              <a:t>AI Engine</a:t>
            </a:r>
            <a:br/>
            <a:r>
              <a:t>Reporting</a:t>
            </a:r>
            <a:br/>
            <a:r>
              <a:t>Administration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AI First, Human Controlled</a:t>
            </a:r>
            <a:br/>
            <a:r>
              <a:t>• Dynamic assessments generated from JD and candidate profile</a:t>
            </a:r>
            <a:br/>
            <a:r>
              <a:t>• Organizations own hiring policies</a:t>
            </a:r>
            <a:br/>
            <a:r>
              <a:t>• Explainable AI recommendations</a:t>
            </a:r>
            <a:br/>
            <a:r>
              <a:t>• Backend owns business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JD Upload</a:t>
            </a:r>
            <a:br/>
            <a:r>
              <a:t>Candidate Creation</a:t>
            </a:r>
            <a:br/>
            <a:r>
              <a:t>AI Interview Blueprint</a:t>
            </a:r>
            <a:br/>
            <a:r>
              <a:t>DSA</a:t>
            </a:r>
            <a:br/>
            <a:r>
              <a:t>Coding (.NET)</a:t>
            </a:r>
            <a:br/>
            <a:r>
              <a:t>System Design</a:t>
            </a:r>
            <a:br/>
            <a:r>
              <a:t>AI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Modular Monolith</a:t>
            </a:r>
            <a:br/>
            <a:r>
              <a:t>Clean Architecture</a:t>
            </a:r>
            <a:br/>
            <a:r>
              <a:t>Vertical Slice</a:t>
            </a:r>
            <a:br/>
            <a:r>
              <a:t>Docker</a:t>
            </a:r>
            <a:br/>
            <a:r>
              <a:t>Ollama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